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840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BASICS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 the Light Sensor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with ESP32 &amp; Python  |  Grade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97180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971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Variables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297180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971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297180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971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Types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661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If / Else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356616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5661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Comparisons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56616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5661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Imports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42793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real Python. Use a real sensor. See real data.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PYTHON AND WHY DO WE NEED IT?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write code — let's understand WHY Python is the most important language in data science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in the Real World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NASA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 to analyse Mars rover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Pfizer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2219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 for COVID-19 vaccine research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523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Amazon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7523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 to recommend what you buy next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826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Netflix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28269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 to decide what you watch next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130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Tesla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8130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 for self-driving car AI training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097280"/>
            <a:ext cx="201168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18872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155448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costs nothing to download and use — ever. No licence fees.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097280"/>
            <a:ext cx="201168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118872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Read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3448" y="155448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almost like English. "if lux &gt; 80: print(Bright)" makes sense!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468880"/>
            <a:ext cx="201168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56032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Language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292608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language for data science, AI and machine learning worldwide in 2024.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468880"/>
            <a:ext cx="201168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256032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Hardware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13448" y="292608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can talk to your ESP32 sensor directly through the USB port.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Arduino collects sensor data. Python analyses it, graphs it and saves it. BOTH are needed together!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1 — VARIABLES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box in memory. You put a value in, give it a name, and use it anywhere.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93192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The Box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like a labelled box.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 name on the box (lux)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put a value inside (48.5)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look inside, change the value, or use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393192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Our Light Sensor Code: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reads a number from the sensor.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stores it in a variable so we can: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 it on screen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 it on a 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it to a CSV 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11556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Python Code — Variables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481328"/>
            <a:ext cx="4251960" cy="3401568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572768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Store the light reading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920240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 = 48.5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67712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1728" y="2615184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Store the status label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2962656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= "Bright"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3310128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81728" y="3657600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Store a whole number (integer)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4005072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raw_value = 2048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4352544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81728" y="4700016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the value later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5047488"/>
            <a:ext cx="4032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 = 133.0  # new reading!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RULE: Variable names cannot have spaces. Use underscore: raw_value not "raw value"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2 — DATA TYPES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values are the same kind. Python has different types — and the light sensor uses all of them!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73736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🔢  INT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— no decimal 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sensor: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170432"/>
            <a:ext cx="1645920" cy="8229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1261872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raw_value = 2048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61488" y="1609344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The raw ADC reading from pin 36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an integer (0 to 4095)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078992"/>
            <a:ext cx="4114800" cy="1737360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70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🌡️  FLOAT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4608" y="1554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 — very precise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sensor: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59168" y="1170432"/>
            <a:ext cx="1645920" cy="82296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8896" y="1261872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 = 48.57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68896" y="1609344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= 28.5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24323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Lux values are floats because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changes in small fractions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53512"/>
            <a:ext cx="4114800" cy="1737360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449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🏷️  STR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data — always in quotes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sensor: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3044952"/>
            <a:ext cx="1645920" cy="8229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3136392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= "Bright"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61488" y="3483864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"COM5"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06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Status labels like Bright/Dark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COM port name are strings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27448" y="2953512"/>
            <a:ext cx="4114800" cy="1737360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0449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BOOL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64608" y="3429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only — binary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sensor: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59168" y="3044952"/>
            <a:ext cx="1645920" cy="822960"/>
          </a:xfrm>
          <a:prstGeom prst="rect">
            <a:avLst/>
          </a:prstGeom>
          <a:solidFill>
            <a:srgbClr val="0A1628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8896" y="3136392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 = True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68896" y="3483864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= False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4306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Did we find the ESP32 port?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motion detected?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type(lux) tells you the data type of any variable. Try it in Python! type(48.5) returns &lt;class float&gt;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3 — PRINT STATEMENTS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shows output on your screen. It's how Python "talks" to you — and how we see our sensor data!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What does print() do?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sends text to your terminal/console.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we see what our sensor is reading.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print(), Python runs silently — no output!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Ways to use print() with sensor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99232"/>
            <a:ext cx="8503920" cy="1874520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3090672"/>
            <a:ext cx="8284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 = 48.5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3438144"/>
            <a:ext cx="8284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= "Bright"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785616"/>
            <a:ext cx="8284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4133088"/>
            <a:ext cx="8284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print(lux)                        # prints: 48.5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4480560"/>
            <a:ext cx="8284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print("Light:", lux)              # prints: Light: 48.5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4828032"/>
            <a:ext cx="8284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print(f"Current: {lux} lx | Level: {level}")   # prints: Current: 48.5 lx | Level: Bright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097280"/>
            <a:ext cx="260604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print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15544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print(lux)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" y="1901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48.5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1097280"/>
            <a:ext cx="260604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label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64408" y="15544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print("Lux:", lux)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64408" y="1901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Lux: 48.5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1097280"/>
            <a:ext cx="260604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(best!)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9048" y="15544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print(f"Lux: {lux}")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9048" y="1901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Lux: 48.5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f-strings (f"...{variable}...") are the modern way to print. Always use them — cleaner and easier to read!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4 — IMPORTS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comes with basic tools. imports give you superpowers — extra libraries built by experts worldwide.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  The Backpack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like going to school with an empty backpack.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is like packing tools for a specific subject.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serial = pack the hardware tool.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matplotlib = pack the graph-drawing tool.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40690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423160"/>
            <a:ext cx="1600200" cy="7772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514600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496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Talks to hardware through USB 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receive data from ESP32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319272"/>
            <a:ext cx="40690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319272"/>
            <a:ext cx="1600200" cy="77724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410712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.pyplot as plt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392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Draws charts and graphs on screen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37398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numbers into beautiful graphs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215384"/>
            <a:ext cx="40690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215384"/>
            <a:ext cx="1600200" cy="7772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4306824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csv, 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2885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Reads and writes files on computer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4636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sensor data to Excel/CSV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0972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Top of your light sensor Python file: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481328"/>
            <a:ext cx="416052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572768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Python script starts with imports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1920240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2267712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serial.tools.list_ports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615184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962656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matplotlib.animation as animation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3310128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3657600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csv, 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730752"/>
            <a:ext cx="41605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221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Before importing, you must INSTALL the library once: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4169664"/>
            <a:ext cx="4160520" cy="713232"/>
          </a:xfrm>
          <a:prstGeom prst="rect">
            <a:avLst/>
          </a:prstGeom>
          <a:solidFill>
            <a:srgbClr val="0A1628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4261104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pyserial matplotlib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4608576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this ONE TIME in terminal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import goes at the very TOP of every Python file — before anything else. This is Python's rule!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5 — IF / ELSE &amp; COMPARISONS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makes decisions using comparisons. This is how we classify sensor data: Dark, Medium or Bright!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2395728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Comparison Operators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276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6276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&gt; 80 → is lux above 80?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293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929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9293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&lt; 30 → is lux below 30?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2311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2311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&gt;= 80 → 80 or above?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32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532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or equal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5328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&lt;= 30 → 30 or below?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equal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== "Bright" → is it?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136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1363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136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!= "Dark" → not dark?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0972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If / Else with the Light Sensor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81328"/>
            <a:ext cx="4160520" cy="2011680"/>
          </a:xfrm>
          <a:prstGeom prst="rect">
            <a:avLst/>
          </a:prstGeom>
          <a:solidFill>
            <a:srgbClr val="0A1628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 = 48.5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1920240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267712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lux &gt; 80: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2615184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 = "Bright"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2962656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lux &gt; 30: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310128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 = "Medium"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3657600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4005072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 = "Dark"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35844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Python shortcut — one line if/else: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3931920"/>
            <a:ext cx="4160520" cy="713232"/>
          </a:xfrm>
          <a:prstGeom prst="rect">
            <a:avLst/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4023360"/>
            <a:ext cx="3941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= "Bright" if lux &gt; 80 else "Medium" if lux &gt; 30 else "Dark"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584448"/>
            <a:ext cx="4114800" cy="13258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675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How Python decides: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0416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= 48.5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 lux &gt; 80? 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 lux &gt; 30?  YES  →  level = "Medium"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INDENTATION IS CRITICAL in Python! The code inside if must be indented 4 spaces. No indent = error!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PUTTING IT ALL TOGETHER — THE LIGHT SENSOR SCRIPT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from this week is used in this real script. Let's read it line by 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572000" cy="38404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88720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536192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serial.tools.list_ports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883664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231136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578608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 = 9600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926080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273552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None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3621024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port in list_ports.comports():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968496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"CH340" in port.description: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4315968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 = port.device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4663440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5010912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 = serial.Serial(PORT, BAUD)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5358384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5705856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6053328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 = ser.readline().decode("utf-8")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" y="6400800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"Light Intensity" in line: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6748272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lux = float(line.split(":")[1])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7095744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level = "Bright" if lux&gt;80 else "Medium" if lux&gt;30 else "Dark"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7443216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print(f"{datetime.now().strftime('%H:%M:%S')} | {lux} lx | {level}")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1170432"/>
            <a:ext cx="37490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2070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IMPORTS — load all needed libraries at top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74920" y="1719072"/>
            <a:ext cx="37490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755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VARIABLE — store baud rate (communication speed)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2084832"/>
            <a:ext cx="37490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121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LOOP — scan all USB ports for our ESP32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2816352"/>
            <a:ext cx="37490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8529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VARIABLE — open connection to COM5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3182112"/>
            <a:ext cx="37490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2186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WHILE LOOP — keep reading forever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74920" y="3913632"/>
            <a:ext cx="37490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950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IF/ELSE — classify as Bright, Medium or Dark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74920" y="4279392"/>
            <a:ext cx="37490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315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PRINT + f-string — show on screen with timestamp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This 19-line script uses ALL 6 concepts from Week 1. Every line has a purpose!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ERRORS &amp; HOW TO FIX THEM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 — every programmer sees them. Here are the ones you WILL see and how to fix them fast!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755648"/>
          </a:xfrm>
          <a:prstGeom prst="rect">
            <a:avLst/>
          </a:prstGeom>
          <a:solidFill>
            <a:srgbClr val="162032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IndentationError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99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"expected an indented block"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You forgot to indent after if: or while: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Add 4 spaces before the line inside the if block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078992"/>
            <a:ext cx="4114800" cy="1755648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52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ModuleNotFoundError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99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module named serial"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64608" y="1792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You haven't installed the pyserial library yet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20665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Run in terminal: pip install pyserial matplotlib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53512"/>
            <a:ext cx="4114800" cy="1755648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266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SerialException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374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not open port COM5: Access is denied"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6667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Arduino IDE Serial Monitor is still open on COM5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4106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Close Arduino IDE completely, then run Python again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953512"/>
            <a:ext cx="4114800" cy="1755648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0266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ValueError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374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not convert string to float"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36667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line has unexpected text or is empty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394106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Wrap in try/except to skip bad lines safely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Read the error message carefully — Python always tells you EXACTLY what went wrong and which line number!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 — PRACTICE EXERCISES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exercises in VS Code. Each one builds on what you just learned. Do them in order!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38912" cy="365760"/>
          </a:xfrm>
          <a:prstGeom prst="roundRect">
            <a:avLst>
              <a:gd name="adj" fmla="val 125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612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simple 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light sensor Arduino code to ESP32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Close Arduino IDE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simple_lightsensor.py in VS Code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871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Wave your hand over the sensor — see the output change!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24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See "Light Intensity (lx): XX.XX" in the terminal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27448" y="105156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1143000"/>
            <a:ext cx="438912" cy="365760"/>
          </a:xfrm>
          <a:prstGeom prst="roundRect">
            <a:avLst>
              <a:gd name="adj" fmla="val 1250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14300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67528" y="11612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variable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67528" y="1508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8013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simple_lightsensor.py in VS Code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64608" y="2029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a variable: count = 0 before the while loop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64608" y="2258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Inside the loop, add: count = count + 1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24871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Print: print(f"Reading #{count}: {lux} lx")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4608" y="2624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See a reading counter in every output 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97180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63240"/>
            <a:ext cx="438912" cy="365760"/>
          </a:xfrm>
          <a:prstGeom prst="roundRect">
            <a:avLst>
              <a:gd name="adj" fmla="val 12500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0815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thresholds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4290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721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the line: "Bright" if lux &gt; 80 else "Medium"...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950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Change 80 to 60 and 30 to 15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1788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Observe how the labels change when you cover the sensor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Think: why might different thresholds be useful?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544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Understand that thresholds are just decisions you make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27448" y="2971800"/>
            <a:ext cx="4114800" cy="1810512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3063240"/>
            <a:ext cx="438912" cy="365760"/>
          </a:xfrm>
          <a:prstGeom prst="roundRect">
            <a:avLst>
              <a:gd name="adj" fmla="val 12500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06324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67528" y="30815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4th category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67528" y="34290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3721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Currently: Bright / Medium / Dark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64608" y="3950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a new level: "Very Bright" for lux &gt; 120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64608" y="41788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Change the elif chain to include 3 conditions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64608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by shining your phone torch on the sensor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64608" y="4544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Master chained if/elif/else with 4 levels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Finished all 4? Challenge: Make the graph change color automatically based on the level (Bright=gold, Medium=orange, Dark=gray)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 COMPLETE!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everything you learned this week through the Light Sensor: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 = 48.5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5331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44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 statements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8562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print(f"{lux} lx")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35331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447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Data types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8562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int, float, str, bool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3347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249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Imports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363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serial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63347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249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Comparisons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1363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 &gt; 80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4747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633472"/>
            <a:ext cx="2606040" cy="1115568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7249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If / Else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13639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 / Medium / Dark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4747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8503920" cy="68580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NEXT WEEK — Week 2: While Loops &amp; Serial Port through the PIR Motion Sensor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keep reading sensor data forever using loops and understand how Python talks to ESP32 in real time!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Python Basics through the Light Sensor</dc:title>
  <dc:subject>PptxGenJS Presentation</dc:subject>
  <dc:creator>PptxGenJS</dc:creator>
  <cp:lastModifiedBy>PptxGenJS</cp:lastModifiedBy>
  <cp:revision>1</cp:revision>
  <dcterms:created xsi:type="dcterms:W3CDTF">2026-05-23T14:42:34Z</dcterms:created>
  <dcterms:modified xsi:type="dcterms:W3CDTF">2026-05-23T14:42:34Z</dcterms:modified>
</cp:coreProperties>
</file>