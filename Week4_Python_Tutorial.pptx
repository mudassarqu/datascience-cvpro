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840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GRAPHS &amp; VISUALISATION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 ALL Sensors — matplotlib live charts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ESP32 &amp; Python  |  Grade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matplotlib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ax.plot()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FuncAnimation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Colors &amp; Fills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Threshold Lines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Subplots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numbers into beautiful live graphs — this is what makes Python powerful for data science!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1 — MATPLOTLIB BASICS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is Python's most popular graphing library. ax.plot() draws a line. ax.clear() clears it. That's the live graph!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whiteboard that updates every second: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Erase everything: ax.clear()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Draw new graph: ax.plot(times, values)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labels and titles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Wait 600ms then repeat from step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FuncAnimation does!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matplotlib objects: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30906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window/canvas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30906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whiteboard frame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334670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area inside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33467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lines are drawn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36027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line on ax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6027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data points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ax.clear()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08760" y="38587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ax completely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38587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each frame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08760" y="41148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window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41148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last 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from zero to live graph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1444752"/>
            <a:ext cx="4206240" cy="5760720"/>
          </a:xfrm>
          <a:prstGeom prst="rect">
            <a:avLst/>
          </a:prstGeom>
          <a:solidFill>
            <a:srgbClr val="0A1628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matplotlib.animation as animation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figure and axes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plt.subplots(figsize=(10, 5))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fig.suptitle("Live Light Sensor", fontsize=14)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animate function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animate(i):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ax.clear()  # erase old graph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ax.plot(times[-30:], lux_vals[-30:])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ax.set_title("Lux: " + str(lux))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ax.set_ylabel("Lux (lx)")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ax.set_ylim(0, 150)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the live animation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 = animation.FuncAnimation(fig, animate, interval=600)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27448" y="680313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# display window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figsize=(10,5) sets width=10 inches, height=5 inches. interval=600 means redraw every 600 milliseconds!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2 — COLORS, FILLS &amp; STYLING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well-styled graph communicates data instantly. Color = meaning. The right color makes patterns obvious at a glance!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22860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 by sensor value: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 — Bright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 — Medium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0848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 — Dark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34086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— Motion Detected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596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— No Motion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5292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8529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 — Hot above 35C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 — Warm above 25C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3649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 — Cool below 25C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your graph — all the options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444752"/>
            <a:ext cx="4206240" cy="6071616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Dynamic color based on value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= "gold" if lux&gt;80 else "orange" if lux&gt;30 else "gray"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 plot with markers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ax.plot(times[-30:], vals[-30:],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color=color, linewidth=2, marker="o")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area under the line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ax.fill_between(times[-30:], vals[-30:],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alpha=0.2, color=color)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 danger line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ax.axhline(y=35, color="red", linestyle="--",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linewidth=1, label="Hot threshold")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legend and rotate x labels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ax.legend(loc="upper left", fontsize=8)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27448" y="680313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plt.xticks(rotation=45, ha="right", fontsize=7)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27448" y="711403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  # prevent clipping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alpha=0.2 makes the fill 20% transparent. linewidth=2 makes the line thicker and clearer. marker="o" adds dots!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3 — FUNCANIMATION (LIVE GRAPH ENGINE)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FuncAnimation is what makes the graph UPDATE in real time. It calls your animate function on a timer — forever!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2286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FuncAnimation works: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write an animate(i)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 is the frame number — ignore 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FuncAnimation calls animate every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600 milliseconds (interval=600)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Inside animate: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Read one line from serial 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Add to lists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Clear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Draw updated graph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plt.show() starts everything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493008"/>
            <a:ext cx="402336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NOT put while True inside animate()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422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NOT call plt.show() inside animate()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keep animate() short and fast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99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 read ser.readline() inside animate()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animate function — DHT11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444752"/>
            <a:ext cx="4206240" cy="9180576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times, temps, humids = [], [], []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(ax1, ax2) = plt.subplots(2, 1, figsize=(10,7))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fig.suptitle("DHT11 Live Dashboard", fontsize=14)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animate(i):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ser.readline().decode("utf-8",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errors="ignore").strip()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"Humidity" in line and "Temperature" in line: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parts = line.split(",")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hum  = float(parts[0].split(":")[1])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 = float(parts[1].split(":")[1])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now  = datetime.now().strftime("%H:%M:%S")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times.append(now)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temps.append(temp)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humids.append(hum)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t_color = "red" if temp&gt;35 else "orange" if temp&gt;25 else "blue"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680313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ax1.clear()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711403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ax1.plot(times[-30:], temps[-30:], color=t_color)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742492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ax1.set_ylabel("Temperature C")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77358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ax1.axhline(y=35, color="red", linestyle="--")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804672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ax2.clear()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835761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ax2.plot(times[-30:], humids[-30:], color="cyan")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27448" y="866851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ax2.set_ylabel("Humidity %")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27448" y="897940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plt.tight_layout()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27448" y="92903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 pass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27448" y="96012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27448" y="99120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 = animation.FuncAnimation(fig, animate, interval=1000)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27448" y="10222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plt.subplots(2,1) creates 2 stacked graphs. (ax1, ax2) = one for temp, one for humidity. Both live at once!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 GRAPH GUIDE — ALL 12 SENSORS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needs a slightly different graph setup. Here is the cheat sheet for all your sensors!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0–150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gold&gt;80 orange&gt;30 gray=dark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8653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fill_between for area effect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78992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52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0–110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16642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green if score&gt;0 else red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55848" y="18653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axhline at 50 for 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078992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152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Temp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146304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0–50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1928" y="16642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red&gt;35 orange&gt;25 blue=cool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81928" y="18653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subplots: temp + humidity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340864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4140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Sensor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272491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0–100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292608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red&gt;60 orange&gt;30 green=quiet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31272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works better than 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340864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4140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272491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0–100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5848" y="292608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blue&gt;60 cyan&gt;20 gray=dry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31272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fill_between looks like water rising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340864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24140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272491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0–100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81928" y="292608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red always for danger context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81928" y="31272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axhline at 60 red danger zone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602736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675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9768" y="398678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0–20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418795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red&gt;12 orange&gt;5 green=stable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9768" y="438912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axhlines at 5 and 12 IPS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3602736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3675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55848" y="398678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0–100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55848" y="418795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red&lt;30 green 30-60 blue&gt;60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55848" y="438912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hlines: dry and overwatered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3602736"/>
            <a:ext cx="269748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3675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1928" y="3986784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axis: 40–160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81928" y="4187952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red&gt;100 green 60-100 blue&lt;60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81928" y="438912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axhline at 60 and 100 BPM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always the same: append to lists, ax.clear(), ax.plot(times[-30:], vals[-30:]), set_ylim, tight_layout!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 ERRORS &amp; PRACTICE EXERCISES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graphing errors and exercises to master visualisation through all your sensors!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graphing errors: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UserWarning: Matplotlib is currently using agg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plt.switch_backend("TkAgg") before plt.subplots()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x and y must have same length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Make sure times and vals lists grow together — always append both!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FF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6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window freezes/blank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Never use while True AND FuncAnimation together — use only FuncAnimation!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38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x-axis labels overlap badly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Add: plt.xticks(rotation=45, ha="right", fontsize=7) and plt.tight_layout()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59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opens then closes instantly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plt.show() must be the LAST line. Nothing after it runs until window is closed.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11480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70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practice exercises: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536192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5727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Light sensor live graph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1792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lightsensor.py — cover sensor, shine torch, watch colors change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57984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194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Change the color logic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2414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threshold: use 50 instead of 80 for Bright. See how labels change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779776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16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DHT11 dual graph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DHT11 graph script — breathe on sensor and see humidity spike live!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401568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E91E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438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Add a 3rd sensor line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soil moisture to the DHT11 graph as a 3rd subplot (ax3)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023360"/>
            <a:ext cx="3840480" cy="548640"/>
          </a:xfrm>
          <a:prstGeom prst="rect">
            <a:avLst/>
          </a:prstGeom>
          <a:solidFill>
            <a:srgbClr val="0A1220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0599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Save graph as image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4279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 min of data add: plt.savefig("sensor.png") inside animate()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Build a 6-sensor dashboard with all 6 sensors on one screen — one subplot per sensor!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 COMPLETE!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learned through matplotlib and all sensor graphs: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matplotlib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5331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44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ax.plot()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ax.plot(times[-30:], vals[-30:])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21579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5331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447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FuncAnimation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animation.FuncAnimation(fig,fn,600)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215798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Colors &amp; fills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color="gold"  fill_between()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924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58775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Threshold lines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063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ax.axhline(y=35, color="red")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3924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587752"/>
            <a:ext cx="2606040" cy="10972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679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Subplots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063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fig,(ax1,ax2)=plt.subplots(2,1)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3392424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 — Week 5: Data Analysis &amp; AI Introduction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5354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statistics (mean/max/min/std), anomaly detection — real data science on your saved CSV files!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2026-05-24T06:45:21Z</dcterms:created>
  <dcterms:modified xsi:type="dcterms:W3CDTF">2026-05-24T06:45:21Z</dcterms:modified>
</cp:coreProperties>
</file>