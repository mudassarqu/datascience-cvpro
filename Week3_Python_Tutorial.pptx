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840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2860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LISTS, FUNCTIONS &amp; CSV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through the DHT11 Temperature &amp; Humidity Sensor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with ESP32 &amp; Python  |  Grade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346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Lists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54680" y="283464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8346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List Methods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9320" y="283464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8346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Functions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4015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01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Parameters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54680" y="34015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401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CSV Writing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34015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401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File Handling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" y="41605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readings, reuse code, save data to Excel — real data science workflow!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1 — LISTS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stores MULTIPLE values in one variable. Essential for keeping the last 30 sensor readings for graphing!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Analogy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stores ONE reading: temp = 28.5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like a notebook with numbered pages. Each page holds one reading. You can add to the end, read any page, or keep only the last 30 pages.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= ["18:25:10", "18:25:11", "18:25:12"]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402336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24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lists for sensor data: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live graph shows the LAST 30 readings.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adding new readings to the list.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slice it: temps[-30:] means last 30 items.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draws the list as a line on the graph!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— everything you need to know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444752"/>
            <a:ext cx="4206240" cy="5449824"/>
          </a:xfrm>
          <a:prstGeom prst="rect">
            <a:avLst/>
          </a:prstGeom>
          <a:solidFill>
            <a:srgbClr val="0A1628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an empty list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7448" y="18288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= []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7448" y="213969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 = []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7448" y="24505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7448" y="276148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end of list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27448" y="3072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temps.append(28.5)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27448" y="338328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temps.append(29.1)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7448" y="369417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7448" y="40050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items by index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27448" y="431596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print(temps[0])   # 28.5 (first)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7448" y="46268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print(temps[-1])  # 29.1 (last)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27448" y="493776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524865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Slice — last 30 readings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555955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last30 = temps[-30:]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27448" y="587044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6181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Length of list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649224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print(len(temps))  # 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temps[-30:] is the magic for live graphs — it always gives you the most recent 30 readings automatically!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2 — FUNCTIONS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named block of reusable code. Write it once, use it everywhere. Keeps your code clean and organised!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Analogy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is written once in a cookbook.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follow it anytime by looking it up.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your code recipe: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find_port():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once at the top.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it anytime: PORT = find_port()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402336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24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of a function: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74520" y="30906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that defines a function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34670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find_port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33467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you choose — descriptive!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027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74520" y="360273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go inside these brackets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85876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74520" y="38587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value back to the caller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find_port()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74520" y="4114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function and store result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— from simple to powerful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17720" y="1444752"/>
            <a:ext cx="4206240" cy="6071616"/>
          </a:xfrm>
          <a:prstGeom prst="rect">
            <a:avLst/>
          </a:prstGeom>
          <a:solidFill>
            <a:srgbClr val="0A16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function — no parameters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7448" y="18288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find_port():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27448" y="213969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port in list_ports.comports():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24505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"CH340" in port.description: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276148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port.device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27448" y="3072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338328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369417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Function with parameters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27448" y="40050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get_level(temp):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27448" y="431596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temp &gt; 35: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27448" y="46268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"Hot"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27448" y="493776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temp &gt; 25: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27448" y="524865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"Warm"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27448" y="555955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27448" y="587044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"Cool"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27448" y="6181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27448" y="649224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 the functions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27448" y="680313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find_port()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27448" y="711403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= get_level(28.5)  # "Warm"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Define functions at the TOP of your file. Call them anywhere below. def must have a colon at the end!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3 — CSV FILE WRITING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(Comma Separated Values) is how Python saves data to a file you can open in Excel. Every row = one sensor reading!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CSV file?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= Comma Separated Values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like this inside the file: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time,temperature,humidity,feels_like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18:25:10,28.5,65.0,Warm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18:25:11,28.6,64.8,Warm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in Excel and it becomes a beautiful table!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402336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24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save to CSV?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can open it in Excel instantly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keep a permanent record of all readings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Later analysis — find max, min, average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with parents as evidence of learning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data scientists save ALL collected data!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writing — step by step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444752"/>
            <a:ext cx="4206240" cy="5449824"/>
          </a:xfrm>
          <a:prstGeom prst="rect">
            <a:avLst/>
          </a:prstGeom>
          <a:solidFill>
            <a:srgbClr val="0A1628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7448" y="18288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7448" y="213969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7448" y="24505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CSV_FILE = "dht11_data.csv"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7448" y="276148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27448" y="3072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file with header (if new)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27448" y="338328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os.path.exists(CSV_FILE):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7448" y="369417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open(CSV_FILE, "w", newline="") as f: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7448" y="40050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csv.writer(f).writerow(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27448" y="431596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["time","temp","humidity","feels"])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7448" y="46268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27448" y="493776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one row of sensor data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524865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open(CSV_FILE, "a", newline="") as f: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555955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csv.writer(f).writerow(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27448" y="587044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[now, temperature, humidity, feels])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6181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649224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"w" = create/overwrite  "a" = append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os.path.exists() checks if the file already exists. If yes we APPEND new rows. If no we CREATE it with a header first!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PUTTING IT ALL TOGETHER — DHT11 TEMPERATURE SCRIPT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store readings, functions keep code clean, CSV saves data. All working together!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663440" cy="11978640"/>
          </a:xfrm>
          <a:prstGeom prst="rect">
            <a:avLst/>
          </a:prstGeom>
          <a:solidFill>
            <a:srgbClr val="0A1628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5214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serial, csv, os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serial.tools.list_ports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77393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08483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39572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CSV_FILE = "dht11_data.csv"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70662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temps, humids, times = [], [], []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301752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332841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find_port():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" y="363931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port in list_ports.comports():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395020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"CH340" in port.description: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" y="426110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port.device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9768" y="457200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" y="488289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" y="519379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get_feels(temp):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" y="550468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"Hot" if temp&gt;35 else "Warm" if temp&gt;25 else "Cool"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" y="581558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612648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save_to_csv(now, temp, hum, feels):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" y="643737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open(CSV_FILE, "a", newline="") as f: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" y="674827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csv.writer(f).writerow([now, temp, hum, feels])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" y="705916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9768" y="737006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find_port()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" y="768096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 = serial.Serial(PORT, 9600, timeout=1)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9768" y="799185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9768" y="830275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" y="861364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 = ser.readline().decode("utf-8",errors="ignore").strip()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9768" y="892454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"Humidity" in line and "Temperature" in line: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9768" y="923544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9768" y="954633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parts = line.split(",")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9768" y="985723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hum = float(parts[0].split(":")[1])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9768" y="1016812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temp = float(parts[1].split(":")[1])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29768" y="1047902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now = datetime.now().strftime("%H:%M:%S")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29768" y="1078992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feels = get_feels(temp)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29768" y="1110081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times.append(now)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29768" y="1141171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temps.append(temp)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29768" y="1172260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humids.append(hum)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29768" y="1203350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save_to_csv(now, temp, hum, feels)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29768" y="1234440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print(f"{now} | {temp}C | {hum}% | {feels}")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29768" y="1265529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except: pass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120640" y="1152144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1188720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IMPORTS — csv, os for file saving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20640" y="1463040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93792" y="1499616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VARIABLE — CSV filename stored once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20640" y="1773936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93792" y="1810512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LISTS — three empty lists for graph data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20640" y="2084832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93792" y="2121408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FUNCTION — find_port() reusable code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20640" y="2706624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93792" y="2743200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FUNCTION — get_feels() with parameter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120640" y="3017520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93792" y="3054096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FUNCTION — save_to_csv() keeps loop clean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120640" y="3639312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93792" y="3675888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STRING METHODS — decode, strip, split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120640" y="3950208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93792" y="3986784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LISTS — append new reading each loop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120640" y="4261104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93792" y="4297680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CSV — save every reading permanently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functions keep the while loop CLEAN and readable. Each function has ONE job. This is professional coding style!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 COMMON ERRORS &amp; FIXES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concepts bring new errors. Here is what you will see and exactly how to fix each one!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IndexError: list index out of range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"list index out of range"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Trying to access temps[0] when list is empty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 len(temps) &gt; 0 first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3840480" cy="786384"/>
          </a:xfrm>
          <a:prstGeom prst="rect">
            <a:avLst/>
          </a:prstGeom>
          <a:solidFill>
            <a:srgbClr val="0A1628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2257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len(temps) &gt; 0: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63347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print(temps[0])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27448" y="1078992"/>
            <a:ext cx="411480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FileNotFoundError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14630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"[Errno 2] No such file: 'data.csv'"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17190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Trying to open CSV in read mode before it exists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19751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"a" mode — creates file if missing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64608" y="2249424"/>
            <a:ext cx="3840480" cy="475488"/>
          </a:xfrm>
          <a:prstGeom prst="rect">
            <a:avLst/>
          </a:prstGeom>
          <a:solidFill>
            <a:srgbClr val="0A1628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232257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open(CSV_FILE, "a", newline="")  # safe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44952"/>
            <a:ext cx="411480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181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TypeError: unsupported operand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only concatenate str (not float) to str"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6850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Trying to add a number to a string with 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9410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f-string or str() to convert first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15384"/>
            <a:ext cx="3840480" cy="786384"/>
          </a:xfrm>
          <a:prstGeom prst="rect">
            <a:avLst/>
          </a:prstGeom>
          <a:solidFill>
            <a:srgbClr val="0A1628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28853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print(f"Temp: {temp}")  # f-string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459943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print("Temp: "+str(temp))  # str()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27448" y="3044952"/>
            <a:ext cx="411480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1181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SyntaxError: expected ":"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34290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"expected ":""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36850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Missing colon at end of def or if statement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39410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Always put : after def, if, elif, else, for, while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64608" y="4215384"/>
            <a:ext cx="3840480" cy="786384"/>
          </a:xfrm>
          <a:prstGeom prst="rect">
            <a:avLst/>
          </a:prstGeom>
          <a:solidFill>
            <a:srgbClr val="0A1628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428853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get_feels(temp):  # colon needed!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74336" y="459943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"Hot" if temp&gt;35 else "Cool"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Week 3 errors involve empty lists or missing colons. Always check list length before accessing items!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 — PRACTICE EXERCISES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with the DHT11 sensor. Breathe on the sensor to change humidity — see it in real time!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6128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DHT11 simple script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904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DHT11 Arduino code (install DHT library first)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0025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Close Arduino IDE completely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21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the simple DHT11 Python script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Breathe gently on the sensor — watch humidity rise!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6609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See Time | Temp | Humidity | Feels Like in terminal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27448" y="1051560"/>
            <a:ext cx="411480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4608" y="1143000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14300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67528" y="116128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running average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67528" y="14904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17830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a temps list before the while loop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64608" y="20025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Append each temperature reading to temps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64608" y="2221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Calculate average: avg = sum(temps) / len(temps)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64608" y="2441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Print the average alongside current reading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64608" y="26609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Show current temp AND running average every line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017520"/>
            <a:ext cx="411480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108960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0896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12724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CSV in Excel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4564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749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 the full DHT11 script for 2 minutes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39684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dht11_data.csv on your Desktop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1879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Double-click to open in Excel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407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Format as a table — use Insert → Table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6268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See your sensor data as a formatted Excel spreadsheet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27448" y="3017520"/>
            <a:ext cx="411480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4608" y="3108960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10896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67528" y="312724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function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67528" y="34564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64608" y="3749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a function: def get_comfort(temp, humidity)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64608" y="39684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Return "Comfortable" if temp 22-28 AND humidity 40-60%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64608" y="41879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Return "Uncomfortable" otherwise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64608" y="4407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Call it in the while loop and print the result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64608" y="46268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Function takes TWO parameters and returns a comfort label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Write a function that reads the CSV file and prints the highest and lowest temperature recorded so far!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 COMPLETE!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learned through the DHT11 Temperature &amp; Humidity Sensor: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Lists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= []  temps.append(28.5)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15798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35331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447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List slicing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temps[-30:]  # last 30 items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215798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35331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447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Functions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find_port(): ... return PORT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26480" y="215798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8775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791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Parameters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get_feels(temp):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39242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58775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6791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CSV writing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063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csv.writer(f).writerow([...])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339242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258775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6791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handling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063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open(file, "a", newline="")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0" y="339242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14800"/>
            <a:ext cx="8503920" cy="713232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Week 4: Graphs &amp; Visualisation through ALL Sensors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53542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live graphs, FuncAnimation, colors, threshold lines — your sensor data becomes beautiful charts!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2026-05-24T06:45:21Z</dcterms:created>
  <dcterms:modified xsi:type="dcterms:W3CDTF">2026-05-24T06:45:21Z</dcterms:modified>
</cp:coreProperties>
</file>